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7b3f4541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7b3f4541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7b3f45411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7b3f45411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7b3f45411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7b3f45411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7b3f45411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7b3f45411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7b3f45411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7b3f45411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7b3f45411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7b3f45411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7b3f45411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7b3f45411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e23TAyr--7WaNWQDwI_x-iJiETut3WKG/view" TargetMode="External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3454825" y="396800"/>
            <a:ext cx="3812400" cy="27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GAME</a:t>
            </a:r>
            <a:endParaRPr sz="4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Авторы: Быков Максим и Васильев Валерий.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Руководитель: Приступа Инна Григорьевна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Город: Москва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Год: 2026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игры</a:t>
            </a:r>
            <a:endParaRPr/>
          </a:p>
        </p:txBody>
      </p:sp>
      <p:pic>
        <p:nvPicPr>
          <p:cNvPr id="140" name="Google Shape;14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9450" y="393750"/>
            <a:ext cx="3717776" cy="35308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 txBox="1"/>
          <p:nvPr/>
        </p:nvSpPr>
        <p:spPr>
          <a:xfrm>
            <a:off x="1325800" y="1630625"/>
            <a:ext cx="27870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Основная задача - выжить, уклоняясь от бесчисленного кол-ва пуль.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2650"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Структура игры</a:t>
            </a:r>
            <a:endParaRPr b="1" sz="2650"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275" y="1206250"/>
            <a:ext cx="18669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1422525" y="2090300"/>
            <a:ext cx="2946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 - основные классы.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materials - звуки и изображение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374925" y="3792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3300"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Геймплей: первая волна</a:t>
            </a:r>
            <a:endParaRPr b="1" sz="3300"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205575" y="1737100"/>
            <a:ext cx="29130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Является обучающей/тренировочной фазой боя.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5" name="Google Shape;155;p16" title="THE GAME видео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225" y="1377925"/>
            <a:ext cx="3545401" cy="354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b="1" lang="ru" sz="3300"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Геймплей: Вторая волна</a:t>
            </a:r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900" y="1484475"/>
            <a:ext cx="3790950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1320950" y="1722575"/>
            <a:ext cx="29130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Является основной фазой боя.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Тут появляется некое солнце, которое в нас почему то стреляет.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b="1" lang="ru" sz="3300"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Геймплей: Третья волна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320950" y="1722575"/>
            <a:ext cx="29130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Является усиленной версией второй фазы боя.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2950"/>
          <a:stretch/>
        </p:blipFill>
        <p:spPr>
          <a:xfrm>
            <a:off x="4710525" y="1409475"/>
            <a:ext cx="3955451" cy="34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Ожидания/Реальность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548375" y="1616100"/>
            <a:ext cx="5700000" cy="26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Хотели сделать игру более сложной и вариативной.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Так в общем все получилось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658050" y="838900"/>
            <a:ext cx="9207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/>
              <a:t>Спасибо за внимание!!!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